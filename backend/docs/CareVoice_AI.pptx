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CareVoice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RAG for Elder Care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source-grounded, safety-checked, and fully auditable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931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39319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057400" y="3931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9319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3931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39319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09160" y="3931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9319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3931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39319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60920" y="39319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Microsoft Hackathon March 2026 | Developed by Arulselvi Amirrthalingam, Selvamani Ramasamy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54M+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103120" y="1353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Americans live alone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go days without meaningful human contact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945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03120" y="2267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patients miss doses without reminders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1089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03120" y="3182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 phone calls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 when AI gives health information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0233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103120" y="40965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fabricate medical info with no source grounding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CareVoice AI — 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voice companion that calls elderly patients daily, conducts wellness check-ins, and grounds every response in verified patient records and care protocols — with full citation tracking.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name check before any PHI disclosure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828800"/>
            <a:ext cx="54864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RAG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(Cosmos DB) + care protocols (AI Search with vector embeddings)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Pre-Response Safety Gate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harmful content in &lt;1ms before the patient hears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33756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33756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47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traced to source documents with groundedness scores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33756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337560"/>
            <a:ext cx="54864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447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Async Safety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guardrails, elder respect, groundedness, PHI protection, Content Safety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337560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447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 SDK grades groundedness, relevance, coherence, fluency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RAG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54480" cy="118872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417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1097280"/>
            <a:ext cx="1554480" cy="11887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check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1417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1097280"/>
            <a:ext cx="155448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+ AI 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0" y="1097280"/>
            <a:ext cx="1554480" cy="11887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4173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➔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554480" cy="118872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143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 block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(zero latency to patient)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1554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44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response mapping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94560" y="2926080"/>
            <a:ext cx="1554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2944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Safety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+ Content Safety + PHI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2926080"/>
            <a:ext cx="1554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2944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Scoring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health dimensions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2926080"/>
            <a:ext cx="1554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944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Eval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azure-ai-evaluation SDK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06640" y="2926080"/>
            <a:ext cx="1554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29443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Alert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if needed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Azure App Insights + Aspire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Services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161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(GPT-4o-mini)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LLM + wellness scoring + evaluation grading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76809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733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(text-embedding-ada-002)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554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for hybrid RAG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1305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— structured data retrieval by patient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76809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5877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468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protocol index — hybrid vector + keyword search for 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0449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926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screening for hate, self-harm, sexual, violence content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383280"/>
            <a:ext cx="76809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35021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383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 SDK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grading: groundedness, relevance, coherence, fluency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39593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Insights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 — OTel traces and metrics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297680"/>
            <a:ext cx="76809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" y="44165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4297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design (production evolution path)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Compliance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RAG: patient records from Cosmos DB + care protocols from Azure AI Search (vector embeddings). Every LLM response has context from verified documents.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analyzed for which patient fields and protocol documents it references. Full audit trail with groundedness scores per turn.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Pre-Response Safety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keyword gate (&lt;1ms) blocks harmful medical advice before the patient hears it. Dangerous responses are replaced with safe fallbacks.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37744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7614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before PHI disclosure. Name confirmation via fuzzy matching. Failed verification ends call with zero data exposed.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30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evaluation via azure-ai-evaluation SDK scores groundedness, relevance, coherence, fluency. Trends tracked across calls.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657600"/>
            <a:ext cx="54864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30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 flow to Azure App Insights and Aspire Dashboard. Every span, metric, and safety check is auditable.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CareVoice AI — Making every elderly patient feel heard, safe, and cared for.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834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call with identity verification and dual-source RAG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showing citations, safety checks, and wellness scores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evaluation with azure-ai-evaluation SDK 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via Azure App Insights + Aspire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Azure OpenAI  |  Cosmos DB  |  AI Search  |  Content Safety  |  AI Evaluation  |  App Insights  |  Twilio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CareVoice AI — Governed RAG for Elder Care</dc:title>
  <dc:subject>PptxGenJS Presentation</dc:subject>
  <dc:creator>Selvi - CareVoice AI</dc:creator>
  <cp:lastModifiedBy>Selvi - CareVoice AI</cp:lastModifiedBy>
  <cp:revision>1</cp:revision>
  <dcterms:created xsi:type="dcterms:W3CDTF">2026-03-22T23:30:48Z</dcterms:created>
  <dcterms:modified xsi:type="dcterms:W3CDTF">2026-03-22T23:30:48Z</dcterms:modified>
</cp:coreProperties>
</file>